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10.png" ContentType="image/png"/>
  <Override PartName="/ppt/media/image9.png" ContentType="image/png"/>
  <Override PartName="/ppt/media/image8.png" ContentType="image/png"/>
  <Override PartName="/ppt/media/image7.png" ContentType="image/png"/>
  <Override PartName="/ppt/media/image2.png" ContentType="image/png"/>
  <Override PartName="/ppt/media/image1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2080080" y="321120"/>
            <a:ext cx="5941440" cy="297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2103120" y="290160"/>
            <a:ext cx="5789160" cy="989280"/>
          </a:xfrm>
          <a:prstGeom prst="rect">
            <a:avLst/>
          </a:prstGeom>
          <a:ln>
            <a:noFill/>
          </a:ln>
        </p:spPr>
      </p:pic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182880" y="1545480"/>
            <a:ext cx="3875400" cy="465840"/>
          </a:xfrm>
          <a:prstGeom prst="rect">
            <a:avLst/>
          </a:prstGeom>
          <a:ln>
            <a:noFill/>
          </a:ln>
        </p:spPr>
      </p:pic>
      <p:pic>
        <p:nvPicPr>
          <p:cNvPr id="41" name="" descr=""/>
          <p:cNvPicPr/>
          <p:nvPr/>
        </p:nvPicPr>
        <p:blipFill>
          <a:blip r:embed="rId3"/>
          <a:stretch/>
        </p:blipFill>
        <p:spPr>
          <a:xfrm>
            <a:off x="185760" y="2132280"/>
            <a:ext cx="2465640" cy="884880"/>
          </a:xfrm>
          <a:prstGeom prst="rect">
            <a:avLst/>
          </a:prstGeom>
          <a:ln>
            <a:noFill/>
          </a:ln>
        </p:spPr>
      </p:pic>
      <p:pic>
        <p:nvPicPr>
          <p:cNvPr id="42" name="" descr=""/>
          <p:cNvPicPr/>
          <p:nvPr/>
        </p:nvPicPr>
        <p:blipFill>
          <a:blip r:embed="rId4"/>
          <a:stretch/>
        </p:blipFill>
        <p:spPr>
          <a:xfrm>
            <a:off x="274320" y="3200400"/>
            <a:ext cx="1208520" cy="401832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4389120" y="1645920"/>
            <a:ext cx="5303160" cy="136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We can get one answer of the problem like this: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x^5 mod 7 = 2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=&gt; x = 2^5 mod 7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x = 4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365760" y="365760"/>
            <a:ext cx="9326520" cy="1581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Other example: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x^5 mod 11 = 10 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=&gt; x = 10^5 mod 11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x = 10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79000" y="2926080"/>
            <a:ext cx="1275120" cy="3389400"/>
          </a:xfrm>
          <a:prstGeom prst="rect">
            <a:avLst/>
          </a:prstGeom>
          <a:ln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274320" y="1920240"/>
            <a:ext cx="2227680" cy="865800"/>
          </a:xfrm>
          <a:prstGeom prst="rect">
            <a:avLst/>
          </a:prstGeom>
          <a:ln>
            <a:noFill/>
          </a:ln>
        </p:spPr>
      </p:pic>
      <p:sp>
        <p:nvSpPr>
          <p:cNvPr id="47" name="Line 2"/>
          <p:cNvSpPr/>
          <p:nvPr/>
        </p:nvSpPr>
        <p:spPr>
          <a:xfrm flipH="1">
            <a:off x="1463040" y="4389120"/>
            <a:ext cx="640080" cy="3657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2193840" y="248400"/>
            <a:ext cx="5760720" cy="1579680"/>
          </a:xfrm>
          <a:prstGeom prst="rect">
            <a:avLst/>
          </a:prstGeom>
          <a:ln>
            <a:noFill/>
          </a:ln>
        </p:spPr>
      </p:pic>
      <p:sp>
        <p:nvSpPr>
          <p:cNvPr id="49" name="CustomShape 1"/>
          <p:cNvSpPr/>
          <p:nvPr/>
        </p:nvSpPr>
        <p:spPr>
          <a:xfrm>
            <a:off x="182880" y="4042800"/>
            <a:ext cx="749772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satz von Fermat fuer 2.Gleichung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182880" y="4811040"/>
            <a:ext cx="5329440" cy="2503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2117880" y="286560"/>
            <a:ext cx="5836680" cy="1084320"/>
          </a:xfrm>
          <a:prstGeom prst="rect">
            <a:avLst/>
          </a:prstGeom>
          <a:ln>
            <a:noFill/>
          </a:ln>
        </p:spPr>
      </p:pic>
      <p:pic>
        <p:nvPicPr>
          <p:cNvPr id="52" name="" descr=""/>
          <p:cNvPicPr/>
          <p:nvPr/>
        </p:nvPicPr>
        <p:blipFill>
          <a:blip r:embed="rId2"/>
          <a:stretch/>
        </p:blipFill>
        <p:spPr>
          <a:xfrm>
            <a:off x="2112120" y="1463040"/>
            <a:ext cx="5751000" cy="1760760"/>
          </a:xfrm>
          <a:prstGeom prst="rect">
            <a:avLst/>
          </a:prstGeom>
          <a:ln>
            <a:noFill/>
          </a:ln>
        </p:spPr>
      </p:pic>
      <p:sp>
        <p:nvSpPr>
          <p:cNvPr id="53" name="CustomShape 1"/>
          <p:cNvSpPr/>
          <p:nvPr/>
        </p:nvSpPr>
        <p:spPr>
          <a:xfrm>
            <a:off x="365760" y="3474720"/>
            <a:ext cx="5760360" cy="2007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a) ring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wann ist ein ring ein koerper?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latin typeface="Arial"/>
              </a:rPr>
              <a:t>Ein ring ist ein Koerper, wenn alle elemente des Rings ein Inverse haben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3"/>
          <a:stretch/>
        </p:blipFill>
        <p:spPr>
          <a:xfrm>
            <a:off x="5852160" y="5363280"/>
            <a:ext cx="3322800" cy="1037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083320" y="290160"/>
            <a:ext cx="5779800" cy="1903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286000" y="204480"/>
            <a:ext cx="5560560" cy="1074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Application>LibreOffice/6.1.5.2$Linux_X86_64 LibreOffice_project/10$Build-2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2022-04-11T23:15:59Z</dcterms:created>
  <dc:creator/>
  <dc:description/>
  <dc:language>en-US</dc:language>
  <cp:lastModifiedBy/>
  <dcterms:modified xsi:type="dcterms:W3CDTF">2022-07-05T22:52:58Z</dcterms:modified>
  <cp:revision>9</cp:revision>
  <dc:subject/>
  <dc:title/>
</cp:coreProperties>
</file>